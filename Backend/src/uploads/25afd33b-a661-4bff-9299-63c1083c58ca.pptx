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64" r:id="rId3"/>
    <p:sldId id="303" r:id="rId4"/>
    <p:sldId id="304" r:id="rId5"/>
    <p:sldId id="305" r:id="rId6"/>
    <p:sldId id="306" r:id="rId7"/>
    <p:sldId id="310" r:id="rId8"/>
    <p:sldId id="307" r:id="rId9"/>
    <p:sldId id="309" r:id="rId10"/>
    <p:sldId id="308" r:id="rId11"/>
    <p:sldId id="3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7A387-B4BF-83C7-628B-0F7FE1D8564B}" v="17" dt="2025-08-15T10:18:39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5127A387-B4BF-83C7-628B-0F7FE1D8564B}"/>
    <pc:docChg chg="modSld">
      <pc:chgData name="Guest User" userId="" providerId="Windows Live" clId="Web-{5127A387-B4BF-83C7-628B-0F7FE1D8564B}" dt="2025-08-15T10:18:39.485" v="16"/>
      <pc:docMkLst>
        <pc:docMk/>
      </pc:docMkLst>
      <pc:sldChg chg="modSp">
        <pc:chgData name="Guest User" userId="" providerId="Windows Live" clId="Web-{5127A387-B4BF-83C7-628B-0F7FE1D8564B}" dt="2025-08-15T10:18:39.485" v="16"/>
        <pc:sldMkLst>
          <pc:docMk/>
          <pc:sldMk cId="1258157060" sldId="264"/>
        </pc:sldMkLst>
        <pc:graphicFrameChg chg="mod modGraphic">
          <ac:chgData name="Guest User" userId="" providerId="Windows Live" clId="Web-{5127A387-B4BF-83C7-628B-0F7FE1D8564B}" dt="2025-08-15T10:18:39.485" v="16"/>
          <ac:graphicFrameMkLst>
            <pc:docMk/>
            <pc:sldMk cId="1258157060" sldId="264"/>
            <ac:graphicFrameMk id="12" creationId="{212580D0-6985-57C5-9E36-D662620961C9}"/>
          </ac:graphicFrameMkLst>
        </pc:graphicFrameChg>
      </pc:sldChg>
    </pc:docChg>
  </pc:docChgLst>
  <pc:docChgLst>
    <pc:chgData name="Nivedika Sharma" userId="4da501f01dad80ea" providerId="LiveId" clId="{B91A599E-95B1-4638-B628-CC4E8462B8D2}"/>
    <pc:docChg chg="custSel modSld">
      <pc:chgData name="Nivedika Sharma" userId="4da501f01dad80ea" providerId="LiveId" clId="{B91A599E-95B1-4638-B628-CC4E8462B8D2}" dt="2025-08-15T10:12:10.471" v="109" actId="1076"/>
      <pc:docMkLst>
        <pc:docMk/>
      </pc:docMkLst>
      <pc:sldChg chg="modSp mod">
        <pc:chgData name="Nivedika Sharma" userId="4da501f01dad80ea" providerId="LiveId" clId="{B91A599E-95B1-4638-B628-CC4E8462B8D2}" dt="2025-08-15T09:57:02.879" v="39" actId="1076"/>
        <pc:sldMkLst>
          <pc:docMk/>
          <pc:sldMk cId="2748055806" sldId="303"/>
        </pc:sldMkLst>
        <pc:spChg chg="mod">
          <ac:chgData name="Nivedika Sharma" userId="4da501f01dad80ea" providerId="LiveId" clId="{B91A599E-95B1-4638-B628-CC4E8462B8D2}" dt="2025-08-15T09:56:53.393" v="37" actId="1076"/>
          <ac:spMkLst>
            <pc:docMk/>
            <pc:sldMk cId="2748055806" sldId="303"/>
            <ac:spMk id="3" creationId="{F1C7677A-132D-4A7F-B5F5-AE97B30D9E9C}"/>
          </ac:spMkLst>
        </pc:spChg>
        <pc:spChg chg="mod">
          <ac:chgData name="Nivedika Sharma" userId="4da501f01dad80ea" providerId="LiveId" clId="{B91A599E-95B1-4638-B628-CC4E8462B8D2}" dt="2025-08-15T09:57:02.879" v="39" actId="1076"/>
          <ac:spMkLst>
            <pc:docMk/>
            <pc:sldMk cId="2748055806" sldId="303"/>
            <ac:spMk id="8" creationId="{D80D2DFC-C4FE-4551-E9D6-6D34E475E370}"/>
          </ac:spMkLst>
        </pc:spChg>
      </pc:sldChg>
      <pc:sldChg chg="modSp mod">
        <pc:chgData name="Nivedika Sharma" userId="4da501f01dad80ea" providerId="LiveId" clId="{B91A599E-95B1-4638-B628-CC4E8462B8D2}" dt="2025-08-15T09:57:17.159" v="42" actId="1076"/>
        <pc:sldMkLst>
          <pc:docMk/>
          <pc:sldMk cId="1103520265" sldId="304"/>
        </pc:sldMkLst>
        <pc:spChg chg="mod">
          <ac:chgData name="Nivedika Sharma" userId="4da501f01dad80ea" providerId="LiveId" clId="{B91A599E-95B1-4638-B628-CC4E8462B8D2}" dt="2025-08-15T09:57:17.159" v="42" actId="1076"/>
          <ac:spMkLst>
            <pc:docMk/>
            <pc:sldMk cId="1103520265" sldId="304"/>
            <ac:spMk id="8" creationId="{6217E596-61F8-52AE-3C80-AC6A7A7B9805}"/>
          </ac:spMkLst>
        </pc:spChg>
      </pc:sldChg>
      <pc:sldChg chg="modSp mod">
        <pc:chgData name="Nivedika Sharma" userId="4da501f01dad80ea" providerId="LiveId" clId="{B91A599E-95B1-4638-B628-CC4E8462B8D2}" dt="2025-08-15T09:57:26.407" v="44" actId="255"/>
        <pc:sldMkLst>
          <pc:docMk/>
          <pc:sldMk cId="1849441130" sldId="305"/>
        </pc:sldMkLst>
        <pc:spChg chg="mod">
          <ac:chgData name="Nivedika Sharma" userId="4da501f01dad80ea" providerId="LiveId" clId="{B91A599E-95B1-4638-B628-CC4E8462B8D2}" dt="2025-08-15T09:57:26.407" v="44" actId="255"/>
          <ac:spMkLst>
            <pc:docMk/>
            <pc:sldMk cId="1849441130" sldId="305"/>
            <ac:spMk id="8" creationId="{1107F50F-4698-2B98-2087-53598477F03C}"/>
          </ac:spMkLst>
        </pc:spChg>
      </pc:sldChg>
      <pc:sldChg chg="addSp modSp mod">
        <pc:chgData name="Nivedika Sharma" userId="4da501f01dad80ea" providerId="LiveId" clId="{B91A599E-95B1-4638-B628-CC4E8462B8D2}" dt="2025-08-15T09:57:37.506" v="46" actId="255"/>
        <pc:sldMkLst>
          <pc:docMk/>
          <pc:sldMk cId="92650571" sldId="306"/>
        </pc:sldMkLst>
        <pc:spChg chg="mod">
          <ac:chgData name="Nivedika Sharma" userId="4da501f01dad80ea" providerId="LiveId" clId="{B91A599E-95B1-4638-B628-CC4E8462B8D2}" dt="2025-08-15T09:57:37.506" v="46" actId="255"/>
          <ac:spMkLst>
            <pc:docMk/>
            <pc:sldMk cId="92650571" sldId="306"/>
            <ac:spMk id="8" creationId="{1EAC63F5-E33C-5288-16D6-FCAE3470618D}"/>
          </ac:spMkLst>
        </pc:spChg>
        <pc:picChg chg="add mod ord">
          <ac:chgData name="Nivedika Sharma" userId="4da501f01dad80ea" providerId="LiveId" clId="{B91A599E-95B1-4638-B628-CC4E8462B8D2}" dt="2025-08-15T09:49:46.029" v="30" actId="167"/>
          <ac:picMkLst>
            <pc:docMk/>
            <pc:sldMk cId="92650571" sldId="306"/>
            <ac:picMk id="3" creationId="{CEAAB34D-28F6-8A7D-8E49-54E5197FB090}"/>
          </ac:picMkLst>
        </pc:picChg>
      </pc:sldChg>
      <pc:sldChg chg="addSp delSp modSp mod">
        <pc:chgData name="Nivedika Sharma" userId="4da501f01dad80ea" providerId="LiveId" clId="{B91A599E-95B1-4638-B628-CC4E8462B8D2}" dt="2025-08-15T10:12:10.471" v="109" actId="1076"/>
        <pc:sldMkLst>
          <pc:docMk/>
          <pc:sldMk cId="1095601977" sldId="307"/>
        </pc:sldMkLst>
        <pc:spChg chg="add">
          <ac:chgData name="Nivedika Sharma" userId="4da501f01dad80ea" providerId="LiveId" clId="{B91A599E-95B1-4638-B628-CC4E8462B8D2}" dt="2025-08-15T10:06:14.856" v="64"/>
          <ac:spMkLst>
            <pc:docMk/>
            <pc:sldMk cId="1095601977" sldId="307"/>
            <ac:spMk id="2" creationId="{FA6CEF95-B202-A548-9C93-D99BA5FE31D6}"/>
          </ac:spMkLst>
        </pc:spChg>
        <pc:spChg chg="mod">
          <ac:chgData name="Nivedika Sharma" userId="4da501f01dad80ea" providerId="LiveId" clId="{B91A599E-95B1-4638-B628-CC4E8462B8D2}" dt="2025-08-15T10:12:10.471" v="109" actId="1076"/>
          <ac:spMkLst>
            <pc:docMk/>
            <pc:sldMk cId="1095601977" sldId="307"/>
            <ac:spMk id="6" creationId="{9F23A3F0-D7E3-4765-070A-F1B7E03414E8}"/>
          </ac:spMkLst>
        </pc:spChg>
        <pc:spChg chg="add mod">
          <ac:chgData name="Nivedika Sharma" userId="4da501f01dad80ea" providerId="LiveId" clId="{B91A599E-95B1-4638-B628-CC4E8462B8D2}" dt="2025-08-15T10:12:00.854" v="107" actId="1076"/>
          <ac:spMkLst>
            <pc:docMk/>
            <pc:sldMk cId="1095601977" sldId="307"/>
            <ac:spMk id="7" creationId="{FA54BF02-3922-FD32-B62B-9FB638A05070}"/>
          </ac:spMkLst>
        </pc:spChg>
        <pc:spChg chg="del mod">
          <ac:chgData name="Nivedika Sharma" userId="4da501f01dad80ea" providerId="LiveId" clId="{B91A599E-95B1-4638-B628-CC4E8462B8D2}" dt="2025-08-15T10:09:18.781" v="75" actId="478"/>
          <ac:spMkLst>
            <pc:docMk/>
            <pc:sldMk cId="1095601977" sldId="307"/>
            <ac:spMk id="8" creationId="{FA6CEFA4-BDAA-ACDF-13FC-80B9C387D1A9}"/>
          </ac:spMkLst>
        </pc:spChg>
        <pc:spChg chg="add">
          <ac:chgData name="Nivedika Sharma" userId="4da501f01dad80ea" providerId="LiveId" clId="{B91A599E-95B1-4638-B628-CC4E8462B8D2}" dt="2025-08-15T10:11:38.906" v="101"/>
          <ac:spMkLst>
            <pc:docMk/>
            <pc:sldMk cId="1095601977" sldId="307"/>
            <ac:spMk id="12" creationId="{A6EBFC0D-5A3F-95D9-25B2-905522E3B04A}"/>
          </ac:spMkLst>
        </pc:spChg>
        <pc:picChg chg="add mod">
          <ac:chgData name="Nivedika Sharma" userId="4da501f01dad80ea" providerId="LiveId" clId="{B91A599E-95B1-4638-B628-CC4E8462B8D2}" dt="2025-08-15T10:12:05.424" v="108" actId="1076"/>
          <ac:picMkLst>
            <pc:docMk/>
            <pc:sldMk cId="1095601977" sldId="307"/>
            <ac:picMk id="3" creationId="{0B91ACC8-8A85-6BEF-700B-C7BA832ED591}"/>
          </ac:picMkLst>
        </pc:picChg>
        <pc:picChg chg="add mod">
          <ac:chgData name="Nivedika Sharma" userId="4da501f01dad80ea" providerId="LiveId" clId="{B91A599E-95B1-4638-B628-CC4E8462B8D2}" dt="2025-08-15T10:11:58.169" v="106" actId="1076"/>
          <ac:picMkLst>
            <pc:docMk/>
            <pc:sldMk cId="1095601977" sldId="307"/>
            <ac:picMk id="13" creationId="{4652E344-FB27-DC15-A4A8-C56FF41CC753}"/>
          </ac:picMkLst>
        </pc:picChg>
      </pc:sldChg>
      <pc:sldChg chg="modSp mod">
        <pc:chgData name="Nivedika Sharma" userId="4da501f01dad80ea" providerId="LiveId" clId="{B91A599E-95B1-4638-B628-CC4E8462B8D2}" dt="2025-08-15T09:59:17.350" v="63" actId="1076"/>
        <pc:sldMkLst>
          <pc:docMk/>
          <pc:sldMk cId="4035223152" sldId="308"/>
        </pc:sldMkLst>
        <pc:spChg chg="mod">
          <ac:chgData name="Nivedika Sharma" userId="4da501f01dad80ea" providerId="LiveId" clId="{B91A599E-95B1-4638-B628-CC4E8462B8D2}" dt="2025-08-15T09:59:17.350" v="63" actId="1076"/>
          <ac:spMkLst>
            <pc:docMk/>
            <pc:sldMk cId="4035223152" sldId="308"/>
            <ac:spMk id="8" creationId="{3A3F8B29-C1F5-E150-3DCE-0CE8B9A5060C}"/>
          </ac:spMkLst>
        </pc:spChg>
      </pc:sldChg>
      <pc:sldChg chg="addSp modSp mod">
        <pc:chgData name="Nivedika Sharma" userId="4da501f01dad80ea" providerId="LiveId" clId="{B91A599E-95B1-4638-B628-CC4E8462B8D2}" dt="2025-08-15T09:58:53.304" v="60" actId="255"/>
        <pc:sldMkLst>
          <pc:docMk/>
          <pc:sldMk cId="905507163" sldId="309"/>
        </pc:sldMkLst>
        <pc:spChg chg="add mod">
          <ac:chgData name="Nivedika Sharma" userId="4da501f01dad80ea" providerId="LiveId" clId="{B91A599E-95B1-4638-B628-CC4E8462B8D2}" dt="2025-08-15T09:47:38.781" v="22" actId="1076"/>
          <ac:spMkLst>
            <pc:docMk/>
            <pc:sldMk cId="905507163" sldId="309"/>
            <ac:spMk id="3" creationId="{03769F67-8931-D471-A030-6ECA6836EDE0}"/>
          </ac:spMkLst>
        </pc:spChg>
        <pc:spChg chg="mod">
          <ac:chgData name="Nivedika Sharma" userId="4da501f01dad80ea" providerId="LiveId" clId="{B91A599E-95B1-4638-B628-CC4E8462B8D2}" dt="2025-08-15T09:47:08.161" v="9" actId="1076"/>
          <ac:spMkLst>
            <pc:docMk/>
            <pc:sldMk cId="905507163" sldId="309"/>
            <ac:spMk id="6" creationId="{59715DB5-5154-81B2-A8CF-B9522077B434}"/>
          </ac:spMkLst>
        </pc:spChg>
        <pc:spChg chg="mod">
          <ac:chgData name="Nivedika Sharma" userId="4da501f01dad80ea" providerId="LiveId" clId="{B91A599E-95B1-4638-B628-CC4E8462B8D2}" dt="2025-08-15T09:58:53.304" v="60" actId="255"/>
          <ac:spMkLst>
            <pc:docMk/>
            <pc:sldMk cId="905507163" sldId="309"/>
            <ac:spMk id="8" creationId="{EB03F9DD-C65D-C088-4C98-1C36B4FA6DB2}"/>
          </ac:spMkLst>
        </pc:spChg>
        <pc:picChg chg="add mod ord">
          <ac:chgData name="Nivedika Sharma" userId="4da501f01dad80ea" providerId="LiveId" clId="{B91A599E-95B1-4638-B628-CC4E8462B8D2}" dt="2025-08-15T09:47:12.997" v="10" actId="167"/>
          <ac:picMkLst>
            <pc:docMk/>
            <pc:sldMk cId="905507163" sldId="309"/>
            <ac:picMk id="2" creationId="{989E0AE4-F34E-3004-8FDE-86DD76E99894}"/>
          </ac:picMkLst>
        </pc:picChg>
      </pc:sldChg>
      <pc:sldChg chg="modSp mod">
        <pc:chgData name="Nivedika Sharma" userId="4da501f01dad80ea" providerId="LiveId" clId="{B91A599E-95B1-4638-B628-CC4E8462B8D2}" dt="2025-08-15T09:58:41.021" v="58" actId="1076"/>
        <pc:sldMkLst>
          <pc:docMk/>
          <pc:sldMk cId="1653950550" sldId="310"/>
        </pc:sldMkLst>
        <pc:spChg chg="mod">
          <ac:chgData name="Nivedika Sharma" userId="4da501f01dad80ea" providerId="LiveId" clId="{B91A599E-95B1-4638-B628-CC4E8462B8D2}" dt="2025-08-15T09:58:12.561" v="53" actId="1076"/>
          <ac:spMkLst>
            <pc:docMk/>
            <pc:sldMk cId="1653950550" sldId="310"/>
            <ac:spMk id="6" creationId="{68C23071-640F-9BA4-E741-59B93C8D60B5}"/>
          </ac:spMkLst>
        </pc:spChg>
        <pc:spChg chg="mod">
          <ac:chgData name="Nivedika Sharma" userId="4da501f01dad80ea" providerId="LiveId" clId="{B91A599E-95B1-4638-B628-CC4E8462B8D2}" dt="2025-08-15T09:58:29.662" v="57" actId="14100"/>
          <ac:spMkLst>
            <pc:docMk/>
            <pc:sldMk cId="1653950550" sldId="310"/>
            <ac:spMk id="7" creationId="{53A72D51-DDF2-84DF-878D-7C9626667369}"/>
          </ac:spMkLst>
        </pc:spChg>
        <pc:spChg chg="mod">
          <ac:chgData name="Nivedika Sharma" userId="4da501f01dad80ea" providerId="LiveId" clId="{B91A599E-95B1-4638-B628-CC4E8462B8D2}" dt="2025-08-15T09:58:41.021" v="58" actId="1076"/>
          <ac:spMkLst>
            <pc:docMk/>
            <pc:sldMk cId="1653950550" sldId="310"/>
            <ac:spMk id="12" creationId="{167C5398-A848-398C-E832-708D3AB9B8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07CAF-DFDF-4040-AB40-0F37349379E6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FE900-F92B-AD4D-9511-7EB392860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83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966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CAF6C-1ABD-7A0D-4642-809EE331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5E71768-19D4-5468-FF79-1EC55A0DE0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C3AF17D-0E08-62C7-6F08-AC86714B3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331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DDEE-9585-EDD5-3A7D-FC1FFC28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F573ECE-D229-8A88-7376-2F9D31BC4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187569A-411C-ADFC-D6A9-B0A86AFB9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827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32AB-1E67-7E5C-B19A-14AB92C84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5C262E4-10D2-AF33-070A-150D8221BF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8854DBE-2BC6-FDA9-0C9D-5CD7DFD57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771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32FA9-6E2B-4810-96DA-A595E821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D2C30A3-6A07-8C0E-1CD7-95E7851143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0449524-7041-C8B5-FCDE-6137E68DC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71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B80B-8F51-3E01-0337-0085E26A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097217-BBAD-4359-69BB-8361CC63C4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880510B-BAD8-57AD-862C-891271D6A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408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C3568-04B1-D3C7-FDC9-90633389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F870617-0F39-D943-155D-98C223D1BB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E5BC0DF-6E0E-964A-99BD-AE32686A37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687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CCAC-4B13-B77C-6FFE-997BBEA7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8E82296-A848-ECD7-1944-5DF8F8BB08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60EDED-FC04-0578-64F1-50CBFA478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703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5437-8239-0BE2-8AE2-FCCAC14A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D8CAED2-5744-1CA8-6829-04C2BAE5D5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00CAD97-FA80-D999-F843-B92BD7F13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881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B617-B20C-163D-5CDF-73EA3B9D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DE1D452-A7DE-E694-0517-24FE48D217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F600158-F3F0-AF88-F219-8AF4AD2F3B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422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1B32-EA6E-FC32-54E3-911FA82A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7B2D071-819B-5D9B-19A7-B257CC93C0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45D3EEA-6CBE-318B-6781-B51778C56A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84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72C1-238A-C893-7B10-52C6DA899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36BBB-1078-1773-2206-1373E1D1A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3C842-2E12-9B99-01E4-99E7D1D5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2E546-E671-5CC7-6007-3EDEF8B5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00F0-07E5-C6FC-A09B-0A6BCEF7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0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7457-DCCC-42E5-6134-1ADAAF4EA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D8A63-1F75-E236-3837-514DE2ED7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92D31-72A4-D8CF-A618-51B08917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E8353-ACAB-B798-553E-8556EA18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2E24E-6D2C-4139-DABF-5E2677C9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3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5183-AA80-8A97-8B7F-42BD8291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92354-6C2E-000C-D615-BCA73309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9C9F3-38AD-350B-3434-1F0E3F77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799CA-F183-D0B4-2B4D-DBD2DD5D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B380C-9B16-EED1-BD76-7F3E2471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8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5FEE-D5B5-983A-9A00-19C308A7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DF858-C46E-EA03-1F5B-E53F57F76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C0853-FF05-3B20-B418-706B69CF5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F3AB4-7CAF-513B-301E-D18ED204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3F9B9-42EC-E129-F788-9BB4AE688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3F5DE-6E8E-0E30-5022-D77A6FD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8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0E61-2D28-8C2C-CDCB-AB0F8C02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4E727-C5E9-9E12-409F-D570C881B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D8BF9-5AD7-9CF6-FD68-4BF9823D7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02E5C6-B971-10EA-33CA-A16E3ACBB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1FBC08-0E79-D147-9CFF-F02BBACEB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3875C-B754-AD0A-066A-63BDB938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D33DF-5172-C568-D034-A74CE81C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B192C0-7B85-E3DA-DE5E-A16058F5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5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A0FA9-027F-E90F-D26F-70667343A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E067C-5B4D-A768-8A7F-1BDC965E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A354F-CEAF-57B9-FF1E-F4D6E3C6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5BA0B-6363-2EA7-07E3-D38DC7AE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84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EB2B0-DC23-DBE4-A282-59C88C51A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A75F9-35A4-111F-61FB-E306AD15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FF915-6DFF-0D11-ED3D-59388FD0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9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6688-F6CB-0A07-AD09-A21E919A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E997A-008F-7FA9-1E42-9776BB2BC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D4701-3BA0-B065-B98B-AEC001C0B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DE015-6D1F-3AA7-9406-1DC4F8F29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7E0FF-F9AA-BEB6-3E9E-32E79661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689B5-FF99-EBCF-8726-6CCF1CC4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8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D7FD-4F13-140E-C75B-654D164E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09BDCC-DC07-E038-3A47-311CCB717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F8FEF-900D-B917-5BC0-FE88EFD36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EEB3B-49E7-E5B2-986C-156219C7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74DE0-FA6D-9690-6704-D62BC612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42145-6283-92EB-9CA7-573C6792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7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524E-BA99-9BA6-D41C-6FAF58FC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1CF10-6F8D-6B76-62B8-DB9A07034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636A7-7EDD-9286-89A8-75D85EAF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48227-782A-2875-DFAC-5670AB08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EE695-DA9F-5CD7-7894-C7A2B1AD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4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FC823-061C-E0BC-8FFA-E220A01D8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62EAB-019E-91B0-E5DD-B0FCEF0D2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F9B57-6BA4-5C27-4CBF-B2C9E76D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7D781-B0EC-22D9-0360-A79B4A09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48CE6-0517-E7E9-9221-043B76C0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4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135B8-4244-8C09-1ABE-8EBB6657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7CD32-6A6D-A3E2-D78D-071E6FD5E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D2F64-31D4-5CA5-06AA-9C8232F05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C2197-06DD-CDB2-C7F6-58A7D0AB7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47559-0928-D831-7AE9-DB89FBBED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50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lay.google.com/store/apps/details?id=disasterAlert" TargetMode="External"/><Relationship Id="rId13" Type="http://schemas.openxmlformats.org/officeDocument/2006/relationships/image" Target="../media/image6.png"/><Relationship Id="rId3" Type="http://schemas.openxmlformats.org/officeDocument/2006/relationships/image" Target="../media/image4.jpeg"/><Relationship Id="rId7" Type="http://schemas.openxmlformats.org/officeDocument/2006/relationships/hyperlink" Target="https://www.researchgate.net/publication/277327554_Introduction_to_Disaster_Management" TargetMode="External"/><Relationship Id="rId12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worldbank.org/en/topic/waterresourcesmanagement" TargetMode="External"/><Relationship Id="rId11" Type="http://schemas.openxmlformats.org/officeDocument/2006/relationships/image" Target="../media/image12.jpg"/><Relationship Id="rId5" Type="http://schemas.openxmlformats.org/officeDocument/2006/relationships/image" Target="../media/image2.png"/><Relationship Id="rId10" Type="http://schemas.openxmlformats.org/officeDocument/2006/relationships/hyperlink" Target="https://github.com/Yashgupta683/Jalaj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youtu.be/wWdfJDjzVu" TargetMode="External"/><Relationship Id="rId1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1</a:t>
            </a:fld>
            <a:endParaRPr lang="en-US" altLang="en-US" sz="1400" i="0"/>
          </a:p>
        </p:txBody>
      </p:sp>
      <p:sp>
        <p:nvSpPr>
          <p:cNvPr id="11" name="TextBox 10"/>
          <p:cNvSpPr txBox="1"/>
          <p:nvPr/>
        </p:nvSpPr>
        <p:spPr>
          <a:xfrm>
            <a:off x="0" y="6580162"/>
            <a:ext cx="12192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/>
              <a:t>IDEA SUBMISSION</a:t>
            </a:r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AD09547B-01DE-D7D1-6096-CA50FEA05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26535018-BD0B-FA35-DF35-01E37FAA2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A blue background with yellow text&#10;&#10;AI-generated content may be incorrect.">
            <a:extLst>
              <a:ext uri="{FF2B5EF4-FFF2-40B4-BE49-F238E27FC236}">
                <a16:creationId xmlns:a16="http://schemas.microsoft.com/office/drawing/2014/main" id="{7037C78F-2379-9E5C-816E-EB3100CDC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649782"/>
            <a:ext cx="121920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8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E112-81FC-54B8-7D68-A44923F1A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99D0ED7E-7958-3C11-1138-426D2AA2611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2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4393F-7038-9659-3AF7-1F1CF38BB6A6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988776AE-A9A0-B707-3CC5-A63B35938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16A1EFC2-0F75-3FD0-A7BD-183C89A7E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CD2309-0FC3-9824-4BC6-894D03EDC31C}"/>
              </a:ext>
            </a:extLst>
          </p:cNvPr>
          <p:cNvSpPr txBox="1"/>
          <p:nvPr/>
        </p:nvSpPr>
        <p:spPr>
          <a:xfrm>
            <a:off x="2798257" y="259933"/>
            <a:ext cx="6172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(Team &amp; Idea Overview)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8C35-4FAB-0FA7-81BB-EAE6E8FAFEAE}"/>
              </a:ext>
            </a:extLst>
          </p:cNvPr>
          <p:cNvSpPr txBox="1"/>
          <p:nvPr/>
        </p:nvSpPr>
        <p:spPr>
          <a:xfrm>
            <a:off x="458634" y="1334325"/>
            <a:ext cx="975216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Kodikzee</a:t>
            </a: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Idea Title: Jalaj </a:t>
            </a: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Theme: Disaster Management</a:t>
            </a:r>
          </a:p>
          <a:p>
            <a:pPr algn="just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917D19DF-F6E6-6E31-5C7C-D1AD8E911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026" y="2244172"/>
            <a:ext cx="3266071" cy="32660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598342-C55B-76F0-2684-226335E300CE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2580D0-6985-57C5-9E36-D66262096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013922"/>
              </p:ext>
            </p:extLst>
          </p:nvPr>
        </p:nvGraphicFramePr>
        <p:xfrm>
          <a:off x="183562" y="2381352"/>
          <a:ext cx="8704012" cy="2377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930">
                  <a:extLst>
                    <a:ext uri="{9D8B030D-6E8A-4147-A177-3AD203B41FA5}">
                      <a16:colId xmlns:a16="http://schemas.microsoft.com/office/drawing/2014/main" val="1980204790"/>
                    </a:ext>
                  </a:extLst>
                </a:gridCol>
                <a:gridCol w="3141621">
                  <a:extLst>
                    <a:ext uri="{9D8B030D-6E8A-4147-A177-3AD203B41FA5}">
                      <a16:colId xmlns:a16="http://schemas.microsoft.com/office/drawing/2014/main" val="3294810844"/>
                    </a:ext>
                  </a:extLst>
                </a:gridCol>
                <a:gridCol w="1279532">
                  <a:extLst>
                    <a:ext uri="{9D8B030D-6E8A-4147-A177-3AD203B41FA5}">
                      <a16:colId xmlns:a16="http://schemas.microsoft.com/office/drawing/2014/main" val="3013005606"/>
                    </a:ext>
                  </a:extLst>
                </a:gridCol>
                <a:gridCol w="1117202">
                  <a:extLst>
                    <a:ext uri="{9D8B030D-6E8A-4147-A177-3AD203B41FA5}">
                      <a16:colId xmlns:a16="http://schemas.microsoft.com/office/drawing/2014/main" val="12562025"/>
                    </a:ext>
                  </a:extLst>
                </a:gridCol>
                <a:gridCol w="1386727">
                  <a:extLst>
                    <a:ext uri="{9D8B030D-6E8A-4147-A177-3AD203B41FA5}">
                      <a16:colId xmlns:a16="http://schemas.microsoft.com/office/drawing/2014/main" val="3284218113"/>
                    </a:ext>
                  </a:extLst>
                </a:gridCol>
              </a:tblGrid>
              <a:tr h="574301">
                <a:tc>
                  <a:txBody>
                    <a:bodyPr/>
                    <a:lstStyle/>
                    <a:p>
                      <a:r>
                        <a:rPr lang="en-IN" sz="16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Contact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Team Leader (Yes/No)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851650"/>
                  </a:ext>
                </a:extLst>
              </a:tr>
              <a:tr h="449693">
                <a:tc>
                  <a:txBody>
                    <a:bodyPr/>
                    <a:lstStyle/>
                    <a:p>
                      <a:r>
                        <a:rPr lang="en-US" sz="1600"/>
                        <a:t>Pankhi Gupta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guptapankhi3@gmail.com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9897206417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SRMSCET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249480"/>
                  </a:ext>
                </a:extLst>
              </a:tr>
              <a:tr h="449693">
                <a:tc>
                  <a:txBody>
                    <a:bodyPr/>
                    <a:lstStyle/>
                    <a:p>
                      <a:r>
                        <a:rPr lang="en-US" sz="1600"/>
                        <a:t>Nivedika Sharma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nivedika9719sharma@gmail.com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7533825520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SRMSCET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7012"/>
                  </a:ext>
                </a:extLst>
              </a:tr>
              <a:tr h="449693">
                <a:tc>
                  <a:txBody>
                    <a:bodyPr/>
                    <a:lstStyle/>
                    <a:p>
                      <a:r>
                        <a:rPr lang="en-US" sz="1600"/>
                        <a:t>Gautam Dua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duagautam2004@gmail.com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8791438023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SRMSCET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047252"/>
                  </a:ext>
                </a:extLst>
              </a:tr>
              <a:tr h="449693">
                <a:tc>
                  <a:txBody>
                    <a:bodyPr/>
                    <a:lstStyle/>
                    <a:p>
                      <a:r>
                        <a:rPr lang="en-US" sz="1600"/>
                        <a:t>Yash Gupta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gyash6328@gmail.com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9520102418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SRMSCET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187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815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8012-858F-BF29-3231-0EA599CA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7659E6AD-63A5-CFE3-7B09-07ECD7515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4E0322A1-7353-73D2-8007-35985677489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3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AC7C1-1E73-9294-6387-FBBE1E6D94C4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42C00DCE-771F-BBB1-4A22-398E223A2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A585868A-BE40-B07C-1ABB-9454BA47F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E02E65-5AC7-85BC-F791-C23942F03DBD}"/>
              </a:ext>
            </a:extLst>
          </p:cNvPr>
          <p:cNvSpPr txBox="1"/>
          <p:nvPr/>
        </p:nvSpPr>
        <p:spPr>
          <a:xfrm>
            <a:off x="2668802" y="1326671"/>
            <a:ext cx="705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D2DFC-C4FE-4551-E9D6-6D34E475E370}"/>
              </a:ext>
            </a:extLst>
          </p:cNvPr>
          <p:cNvSpPr txBox="1"/>
          <p:nvPr/>
        </p:nvSpPr>
        <p:spPr>
          <a:xfrm>
            <a:off x="751715" y="2553826"/>
            <a:ext cx="68839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Description:</a:t>
            </a:r>
            <a:b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Rivers face pollution, encroachment, and flood risks, but issues are underreported and scattered across agencies. A unified platform combining citizen reports with environmental data can bridge this gap.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it matters:</a:t>
            </a:r>
            <a:b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Faster reporting and response reduce pollution impact, protect floodplains, and save lives and property.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Relevant data:</a:t>
            </a:r>
            <a:b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350+ polluted river stretches in India; floodplain loss exceeding 30% in many cities.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LiDAR’s role:</a:t>
            </a:r>
            <a:b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Enables precise mapping of riverbanks, erosion, and flood zones, enhancing the accuracy and impact of reported issues and enable safe route planning.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C6C28-339E-1784-21D1-58EBFD5D8A34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C680F0FF-69E5-3BF8-14F5-DE383492203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18515" y="1989056"/>
            <a:ext cx="4149582" cy="4174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C7677A-132D-4A7F-B5F5-AE97B30D9E9C}"/>
              </a:ext>
            </a:extLst>
          </p:cNvPr>
          <p:cNvSpPr txBox="1"/>
          <p:nvPr/>
        </p:nvSpPr>
        <p:spPr>
          <a:xfrm>
            <a:off x="1357269" y="1756655"/>
            <a:ext cx="11142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mobile app that crowdsources water-related issues, integrates open data, and maps them for proactive river management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805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CC9E-F0A7-B8F9-3486-DFE05C62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75B237EA-3735-92EF-7FCD-B1FD320DD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7C46953D-5D3B-3FAD-58EF-9575A4F9710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4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FE28F-3F1B-0E68-C95A-6A9A29C1569C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BB384423-38A7-7F31-5D83-FB07207F8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8F2FCE82-5C2A-BDEE-4CCE-F059CB8C7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09B452-21C5-E16D-E86A-B93BB8B1D03A}"/>
              </a:ext>
            </a:extLst>
          </p:cNvPr>
          <p:cNvSpPr txBox="1"/>
          <p:nvPr/>
        </p:nvSpPr>
        <p:spPr>
          <a:xfrm>
            <a:off x="3009900" y="1465741"/>
            <a:ext cx="720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7E596-61F8-52AE-3C80-AC6A7A7B9805}"/>
              </a:ext>
            </a:extLst>
          </p:cNvPr>
          <p:cNvSpPr txBox="1"/>
          <p:nvPr/>
        </p:nvSpPr>
        <p:spPr>
          <a:xfrm>
            <a:off x="390793" y="2083660"/>
            <a:ext cx="9745393" cy="340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reporting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1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spc="-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2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lang="en-US" sz="14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r>
              <a:rPr lang="en-US" sz="14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language.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25120" indent="-343535">
              <a:lnSpc>
                <a:spcPct val="151300"/>
              </a:lnSpc>
              <a:buFont typeface="Wingdings" panose="05000000000000000000" pitchFamily="2" charset="2"/>
              <a:buChar char="q"/>
              <a:tabLst>
                <a:tab pos="39370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US" sz="14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4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1400" spc="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choropleth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patterns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grasp</a:t>
            </a:r>
            <a:r>
              <a:rPr lang="en-US" sz="1400" spc="-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sz="1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lang="en-US" sz="1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Dedicated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emergency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sz="1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SOS</a:t>
            </a:r>
            <a:r>
              <a:rPr lang="en-US" sz="1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button.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35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crisis</a:t>
            </a:r>
            <a:r>
              <a:rPr lang="en-US" sz="1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  <a:r>
              <a:rPr lang="en-US" sz="1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draft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unique and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well-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informed</a:t>
            </a:r>
            <a:r>
              <a:rPr lang="en-US" sz="1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plans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400" spc="-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sz="14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US" sz="1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1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  <a:r>
              <a:rPr lang="en-US" sz="14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4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z="1400" spc="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  <a:r>
              <a:rPr lang="en-US" sz="1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safety.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35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en-US" sz="1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en-US" sz="1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efforts.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en-US" sz="1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downloaded</a:t>
            </a:r>
            <a:r>
              <a:rPr lang="en-US" sz="1400" spc="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guidelines</a:t>
            </a:r>
            <a:r>
              <a:rPr lang="en-US" sz="14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14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CPR.</a:t>
            </a: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Overlay high-resolution Digital Elevation Models (DEM) for accurate flood-prone zone detection.</a:t>
            </a: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Identify sediment buildup and riverbank erosion using time-series LiDAR scans.</a:t>
            </a: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Enable safe route planning for evacuation during floods.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6B813-3727-3201-A8B3-A02BCF56A11E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pic>
        <p:nvPicPr>
          <p:cNvPr id="2" name="object 7">
            <a:extLst>
              <a:ext uri="{FF2B5EF4-FFF2-40B4-BE49-F238E27FC236}">
                <a16:creationId xmlns:a16="http://schemas.microsoft.com/office/drawing/2014/main" id="{247F46FB-F819-FB9E-86F0-354EF188525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4000" y="2468734"/>
            <a:ext cx="3487918" cy="290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2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D01B-2285-BAB8-CF2E-B1B88D86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C9131B9A-F8CC-A06B-BF22-76EFAD82F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F79CBC3A-F133-E4E4-1B79-90F78011F1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5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277CC-3924-16F9-CCE3-FABB09B430FB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3D2C5691-1014-5623-2BAC-07337EF8F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743FC1A9-3CFA-9C25-8EBA-0EFD02BB4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127379-F034-2D62-2940-8CF0E7DB3659}"/>
              </a:ext>
            </a:extLst>
          </p:cNvPr>
          <p:cNvSpPr txBox="1"/>
          <p:nvPr/>
        </p:nvSpPr>
        <p:spPr>
          <a:xfrm>
            <a:off x="1923507" y="1251098"/>
            <a:ext cx="8196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&amp; IMPACT </a:t>
            </a:r>
          </a:p>
          <a:p>
            <a:pPr algn="ctr"/>
            <a:r>
              <a:rPr lang="en-I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(Who will benefit?)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7F50F-4698-2B98-2087-53598477F03C}"/>
              </a:ext>
            </a:extLst>
          </p:cNvPr>
          <p:cNvSpPr txBox="1"/>
          <p:nvPr/>
        </p:nvSpPr>
        <p:spPr>
          <a:xfrm>
            <a:off x="4131497" y="2379807"/>
            <a:ext cx="3741652" cy="3385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the Solution Helps Them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Communities:</a:t>
            </a:r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Easily report issues via text, images, or videos; access localized problem data; stay informed about relief activities and safety guidelines.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Authorities:</a:t>
            </a:r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Visualize crowdsourced and satellite data on dot, choropleth, and 3D maps for better situational awareness; plan and execute relief operations effectively.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Relief Workers:</a:t>
            </a:r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Quickly identify high-priority areas; coordinate resources using real-time, accurate information.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Government:</a:t>
            </a:r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Access categorized, location-based problem data for policy planning and preventive measures.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D1B8A-B852-6097-3127-0714ABFD5CF9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2CD4D8-8496-C199-4473-4FC2BCB2FF77}"/>
              </a:ext>
            </a:extLst>
          </p:cNvPr>
          <p:cNvGrpSpPr/>
          <p:nvPr/>
        </p:nvGrpSpPr>
        <p:grpSpPr>
          <a:xfrm>
            <a:off x="8136578" y="2368254"/>
            <a:ext cx="3967489" cy="3572472"/>
            <a:chOff x="8023939" y="795396"/>
            <a:chExt cx="3885049" cy="278994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0A182DF-40C2-F347-3EF9-AAEC2B22D24C}"/>
                </a:ext>
              </a:extLst>
            </p:cNvPr>
            <p:cNvSpPr/>
            <p:nvPr/>
          </p:nvSpPr>
          <p:spPr>
            <a:xfrm>
              <a:off x="9351818" y="1528010"/>
              <a:ext cx="1348033" cy="107382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TARGET USERS</a:t>
              </a:r>
              <a:endParaRPr lang="en-IN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3C489D-369A-85EE-534B-EE9C5789621A}"/>
                </a:ext>
              </a:extLst>
            </p:cNvPr>
            <p:cNvSpPr/>
            <p:nvPr/>
          </p:nvSpPr>
          <p:spPr>
            <a:xfrm>
              <a:off x="9234412" y="795396"/>
              <a:ext cx="1582843" cy="47738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Local communities</a:t>
              </a:r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2F81F4-5CBF-B971-B046-ADDA97FD04F7}"/>
                </a:ext>
              </a:extLst>
            </p:cNvPr>
            <p:cNvSpPr/>
            <p:nvPr/>
          </p:nvSpPr>
          <p:spPr>
            <a:xfrm>
              <a:off x="8023939" y="1855507"/>
              <a:ext cx="850112" cy="46225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NGOs</a:t>
              </a:r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E36B32-31E9-E6D1-C9C0-8608C4770374}"/>
                </a:ext>
              </a:extLst>
            </p:cNvPr>
            <p:cNvSpPr/>
            <p:nvPr/>
          </p:nvSpPr>
          <p:spPr>
            <a:xfrm>
              <a:off x="10957806" y="1729271"/>
              <a:ext cx="951182" cy="67129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Relief workers</a:t>
              </a:r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D85931-538D-EF2D-2F87-B1E207620C3A}"/>
                </a:ext>
              </a:extLst>
            </p:cNvPr>
            <p:cNvSpPr/>
            <p:nvPr/>
          </p:nvSpPr>
          <p:spPr>
            <a:xfrm>
              <a:off x="9328395" y="2847368"/>
              <a:ext cx="1500433" cy="7379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Disaster Management authorities</a:t>
              </a:r>
              <a:endParaRPr lang="en-IN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2B3D848-EB7C-288F-5F93-EAF2FDF177AE}"/>
                </a:ext>
              </a:extLst>
            </p:cNvPr>
            <p:cNvCxnSpPr>
              <a:cxnSpLocks/>
              <a:stCxn id="2" idx="0"/>
            </p:cNvCxnSpPr>
            <p:nvPr/>
          </p:nvCxnSpPr>
          <p:spPr>
            <a:xfrm flipH="1" flipV="1">
              <a:off x="10025834" y="1310594"/>
              <a:ext cx="1" cy="2174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42AF750-0543-CF3A-3C6A-B499DAE5C331}"/>
                </a:ext>
              </a:extLst>
            </p:cNvPr>
            <p:cNvCxnSpPr>
              <a:cxnSpLocks/>
              <a:stCxn id="2" idx="6"/>
              <a:endCxn id="7" idx="1"/>
            </p:cNvCxnSpPr>
            <p:nvPr/>
          </p:nvCxnSpPr>
          <p:spPr>
            <a:xfrm flipV="1">
              <a:off x="10699851" y="2064920"/>
              <a:ext cx="25795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1CFCBD3-6E58-B986-1D67-A04F6545F870}"/>
                </a:ext>
              </a:extLst>
            </p:cNvPr>
            <p:cNvCxnSpPr>
              <a:cxnSpLocks/>
              <a:stCxn id="2" idx="4"/>
            </p:cNvCxnSpPr>
            <p:nvPr/>
          </p:nvCxnSpPr>
          <p:spPr>
            <a:xfrm flipH="1">
              <a:off x="10025834" y="2601831"/>
              <a:ext cx="1" cy="2639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C8B88DB-E9A0-73A2-405C-B404944CEBD7}"/>
                </a:ext>
              </a:extLst>
            </p:cNvPr>
            <p:cNvCxnSpPr>
              <a:cxnSpLocks/>
              <a:stCxn id="2" idx="2"/>
              <a:endCxn id="4" idx="3"/>
            </p:cNvCxnSpPr>
            <p:nvPr/>
          </p:nvCxnSpPr>
          <p:spPr>
            <a:xfrm flipH="1">
              <a:off x="8874051" y="2064921"/>
              <a:ext cx="477767" cy="217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749C635-8B3F-E789-5172-42382EC78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818" y="2265362"/>
            <a:ext cx="2613026" cy="391953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2B88720-EC7E-633A-6DA0-AA5F9BBA706E}"/>
              </a:ext>
            </a:extLst>
          </p:cNvPr>
          <p:cNvSpPr txBox="1"/>
          <p:nvPr/>
        </p:nvSpPr>
        <p:spPr>
          <a:xfrm>
            <a:off x="710818" y="1962121"/>
            <a:ext cx="261302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IMPACTS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44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5655-7FA2-DCDD-E6BA-75A82E84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AAB34D-28F6-8A7D-8E49-54E5197FB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03" y="1252972"/>
            <a:ext cx="3973159" cy="4955204"/>
          </a:xfrm>
          <a:prstGeom prst="rect">
            <a:avLst/>
          </a:prstGeom>
        </p:spPr>
      </p:pic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CD0F5D96-090F-3E03-C96F-07525A1D8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7196B82D-4206-6408-423F-ECF449910F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6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386BA-79CE-D8EA-C03A-C6598C2B6102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05A350FF-CDC2-A7FA-0823-9551653F9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2050F86E-FAEC-57B0-A75F-38F8E77D6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BF5DB1-2F69-E987-5A43-8654E41ACB62}"/>
              </a:ext>
            </a:extLst>
          </p:cNvPr>
          <p:cNvSpPr txBox="1"/>
          <p:nvPr/>
        </p:nvSpPr>
        <p:spPr>
          <a:xfrm>
            <a:off x="2985306" y="1402171"/>
            <a:ext cx="6671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TECHNOLOGY STACK</a:t>
            </a:r>
            <a:endParaRPr lang="en-IN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C63F5-E33C-5288-16D6-FCAE3470618D}"/>
              </a:ext>
            </a:extLst>
          </p:cNvPr>
          <p:cNvSpPr txBox="1"/>
          <p:nvPr/>
        </p:nvSpPr>
        <p:spPr>
          <a:xfrm>
            <a:off x="960099" y="2168164"/>
            <a:ext cx="59684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Tools &amp; Platforms:</a:t>
            </a:r>
            <a:b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ArcGIS, QGIS, 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CloudCompare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PDAL, 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GeoServer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MapLibre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GL, HEC-RAS 2D, TensorFlow/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PyTorch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OpenCV.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Languages:</a:t>
            </a:r>
            <a:b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Python, JavaScript, Dart (Flutter), SQL.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Stack:</a:t>
            </a:r>
            <a:endParaRPr lang="en-IN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Frontend: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Flutter (mobile), React/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MapLibre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GL (web).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Backend: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Python (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FastAPI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Node.js.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Database: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Postgres/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PostGIS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(spatial), 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TimescaleDB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(sensor time-series).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Middle Layer: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GeoServer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map services, Celery for processing.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LiDAR’s Role:</a:t>
            </a:r>
          </a:p>
          <a:p>
            <a:pPr lvl="1"/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Sources: ISRO Bhuvan DEM, Copernicus DEM, USGS LiDAR 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datasets.Tools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QGIS, Google Earth Engine (GEE), Leaflet.js / 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Mapbox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</a:t>
            </a:r>
            <a:r>
              <a:rPr lang="en-IN" sz="14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visualization.Integration</a:t>
            </a:r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LiDAR elevation data processed into map layers for overlay in the app.</a:t>
            </a:r>
            <a:b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0EF349-F8C9-9180-F72A-A6B7E965B2C4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</p:spTree>
    <p:extLst>
      <p:ext uri="{BB962C8B-B14F-4D97-AF65-F5344CB8AC3E}">
        <p14:creationId xmlns:p14="http://schemas.microsoft.com/office/powerpoint/2010/main" val="9265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591A-9BE2-51C0-4180-07FE8730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8288E1DB-25D8-ABF4-7157-7043EE3C7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2E99EBAB-B6D8-CCB7-43CF-C205D3B21D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7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F19822-6680-0C27-265D-D157EB1CC11F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FA8DD336-699E-EA6C-4422-1DF97094C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8DA42FB2-526B-0626-C1D6-8E90F8C7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C23071-640F-9BA4-E741-59B93C8D60B5}"/>
              </a:ext>
            </a:extLst>
          </p:cNvPr>
          <p:cNvSpPr txBox="1"/>
          <p:nvPr/>
        </p:nvSpPr>
        <p:spPr>
          <a:xfrm>
            <a:off x="2909751" y="1193467"/>
            <a:ext cx="6671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38024-65BA-CB5A-945F-1C6E462379DD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72D51-DDF2-84DF-878D-7C9626667369}"/>
              </a:ext>
            </a:extLst>
          </p:cNvPr>
          <p:cNvSpPr txBox="1"/>
          <p:nvPr/>
        </p:nvSpPr>
        <p:spPr>
          <a:xfrm>
            <a:off x="168655" y="1598263"/>
            <a:ext cx="6345123" cy="4574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00" b="1" u="sng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en-US" sz="1400" b="1" u="sng" spc="105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 spc="-1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page: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count.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1400" spc="1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n-US" sz="1400" spc="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14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disaster,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disaster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sz="1400" spc="1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lang="en-US" sz="1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en-US" sz="1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400" spc="2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1400" b="1" u="sng" spc="-1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Maps: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lang="en-US" sz="1400" b="1" u="sng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sz="1400" b="1" u="sng" spc="11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400" b="1" u="sng" spc="2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1400" b="1" u="sng" spc="105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b="1" spc="43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1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1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400" spc="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sz="1400" spc="2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latitude</a:t>
            </a:r>
            <a:r>
              <a:rPr lang="en-US" sz="1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longitude.</a:t>
            </a:r>
            <a:r>
              <a:rPr lang="en-US" sz="1400" spc="1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>
              <a:lnSpc>
                <a:spcPct val="100000"/>
              </a:lnSpc>
              <a:spcBef>
                <a:spcPts val="80"/>
              </a:spcBef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400" spc="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1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 number</a:t>
            </a:r>
            <a:r>
              <a:rPr lang="en-US" sz="1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affected</a:t>
            </a:r>
            <a:r>
              <a:rPr lang="en-US" sz="1400" spc="2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>
              <a:lnSpc>
                <a:spcPct val="100000"/>
              </a:lnSpc>
              <a:spcBef>
                <a:spcPts val="75"/>
              </a:spcBef>
            </a:pP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severity.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238125" indent="-286385" algn="just">
              <a:lnSpc>
                <a:spcPct val="102600"/>
              </a:lnSpc>
              <a:spcBef>
                <a:spcPts val="4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b="1" u="sng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Choropleth</a:t>
            </a:r>
            <a:r>
              <a:rPr lang="en-US" sz="1400" b="1" u="sng" spc="12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b="1" u="sng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map:</a:t>
            </a:r>
            <a:r>
              <a:rPr lang="en-US" sz="1400" b="1" spc="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Cities</a:t>
            </a:r>
            <a:r>
              <a:rPr lang="en-US" sz="1400" spc="1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regions</a:t>
            </a:r>
            <a:r>
              <a:rPr lang="en-US" sz="14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1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1400" spc="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are shown</a:t>
            </a:r>
            <a:r>
              <a:rPr lang="en-US" sz="1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discretely</a:t>
            </a:r>
            <a:r>
              <a:rPr lang="en-US" sz="1400" spc="1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boundaries.</a:t>
            </a:r>
            <a:r>
              <a:rPr lang="en-US" sz="1400" spc="1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1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colored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1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relief</a:t>
            </a:r>
            <a:r>
              <a:rPr lang="en-US" sz="1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provided.</a:t>
            </a:r>
            <a:r>
              <a:rPr lang="en-US" sz="1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sz="1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1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1400" spc="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1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14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solved</a:t>
            </a:r>
            <a:r>
              <a:rPr lang="en-US" sz="1400" spc="1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720" indent="-287020" algn="just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9720" algn="l"/>
              </a:tabLst>
            </a:pPr>
            <a:r>
              <a:rPr lang="en-US" sz="1400" b="1" u="sng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1400" b="1" u="sng" spc="35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map:</a:t>
            </a:r>
            <a:r>
              <a:rPr lang="en-US" sz="1400" b="1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affected</a:t>
            </a:r>
            <a:r>
              <a:rPr lang="en-US" sz="1400" spc="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areas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en-US" sz="1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them.</a:t>
            </a:r>
          </a:p>
          <a:p>
            <a:pPr marL="12700" algn="just">
              <a:lnSpc>
                <a:spcPct val="100000"/>
              </a:lnSpc>
              <a:spcBef>
                <a:spcPts val="75"/>
              </a:spcBef>
              <a:tabLst>
                <a:tab pos="299720" algn="l"/>
              </a:tabLst>
            </a:pPr>
            <a:r>
              <a:rPr lang="en-US" sz="1400" b="1" u="sng" spc="-1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Risk Mapping using LiDAR</a:t>
            </a:r>
          </a:p>
          <a:p>
            <a:pPr marL="299720" indent="-287020" algn="just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972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Overlay high-resolution Digital Elevation Models (DEM) for accurate flood-prone zone detection.</a:t>
            </a:r>
          </a:p>
          <a:p>
            <a:pPr marL="299720" indent="-287020" algn="just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972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sediment buildup and riverbank erosion using time-series LiDAR scans.</a:t>
            </a:r>
          </a:p>
          <a:p>
            <a:pPr marL="299720" indent="-287020" algn="just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972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Enable safe route planning for evacuation during floods.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C5398-A848-398C-E832-708D3AB9B887}"/>
              </a:ext>
            </a:extLst>
          </p:cNvPr>
          <p:cNvSpPr txBox="1"/>
          <p:nvPr/>
        </p:nvSpPr>
        <p:spPr>
          <a:xfrm>
            <a:off x="6717633" y="1598264"/>
            <a:ext cx="5270513" cy="45745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1400" b="1" u="sng" spc="-2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1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en-US" sz="1400" spc="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sz="1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1400" spc="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face.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1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reported</a:t>
            </a:r>
            <a:r>
              <a:rPr lang="en-US" sz="1400" spc="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text,</a:t>
            </a:r>
            <a:r>
              <a:rPr lang="en-US" sz="1400" spc="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video.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sz="1400" spc="1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particular</a:t>
            </a:r>
            <a:r>
              <a:rPr lang="en-US" sz="1400" spc="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 management</a:t>
            </a:r>
            <a:r>
              <a:rPr lang="en-US" sz="1400" spc="2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lang="en-US" sz="1400" b="1" u="sng" spc="-1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Admin: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3365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official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</a:t>
            </a:r>
            <a:r>
              <a:rPr lang="en-US" sz="1400" spc="1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</a:t>
            </a:r>
            <a:r>
              <a:rPr lang="en-US" sz="1400" spc="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sz="1400" spc="2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relief</a:t>
            </a:r>
            <a:r>
              <a:rPr lang="en-US" sz="1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work.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3365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lang="en-US" sz="1400" spc="1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1400" spc="1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400" spc="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buFont typeface="Arial MT"/>
              <a:buChar char="•"/>
              <a:tabLst>
                <a:tab pos="3365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14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US" sz="1400" spc="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problems.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3365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sz="1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en-US" sz="14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400" spc="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draft</a:t>
            </a:r>
            <a:r>
              <a:rPr lang="en-US" sz="1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sz="1400" spc="1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en-US" sz="1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plans.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3365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en-US" sz="1400" spc="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sz="1400" spc="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plans</a:t>
            </a:r>
            <a:r>
              <a:rPr lang="en-US" sz="1400" spc="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r>
              <a:rPr lang="en-US" sz="1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4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lang="en-US" sz="1400" spc="1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profile.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1400" b="1" u="sng" spc="-1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Call:</a:t>
            </a:r>
          </a:p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z="1400" spc="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  <a:r>
              <a:rPr lang="en-US" sz="1400" spc="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lang="en-US" sz="1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helpline.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en-US" sz="1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SOS</a:t>
            </a:r>
            <a:r>
              <a:rPr lang="en-US" sz="1400" spc="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sz="1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  <a:r>
              <a:rPr lang="en-US" sz="1400" spc="1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contact.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 indent="-286385">
              <a:lnSpc>
                <a:spcPct val="105200"/>
              </a:lnSpc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14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helpline</a:t>
            </a:r>
            <a:r>
              <a:rPr lang="en-US" sz="1400" spc="1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keypad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users.</a:t>
            </a:r>
            <a:r>
              <a:rPr lang="en-US" sz="1400" spc="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calls</a:t>
            </a:r>
            <a:r>
              <a:rPr lang="en-US" sz="1400" spc="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en-US" sz="1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sz="1400" spc="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shall</a:t>
            </a:r>
            <a:r>
              <a:rPr lang="en-US" sz="14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n-US" sz="1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US" sz="1400" spc="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1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severity</a:t>
            </a:r>
            <a:r>
              <a:rPr lang="en-US" sz="1400" spc="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US" sz="14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Keypad</a:t>
            </a:r>
            <a:r>
              <a:rPr lang="en-US" sz="14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1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en-US" sz="1400" spc="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r>
              <a:rPr lang="en-US" sz="1400" spc="1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400" spc="1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1400" spc="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computerized</a:t>
            </a:r>
            <a:r>
              <a:rPr lang="en-US" sz="1400" spc="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call.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95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CAB29-881C-6BAE-DCD3-0C840CC1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0C5A4D8C-8341-4E2A-9041-68EF6B848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98056815-48A8-16ED-FBAA-4809CC50D61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8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ED0E94-E982-D934-C267-510F109097A7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4ADA2D12-8616-9315-2DED-398EF87CC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084600C5-4911-9A99-6003-F1B25B189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23A3F0-D7E3-4765-070A-F1B7E03414E8}"/>
              </a:ext>
            </a:extLst>
          </p:cNvPr>
          <p:cNvSpPr txBox="1"/>
          <p:nvPr/>
        </p:nvSpPr>
        <p:spPr>
          <a:xfrm>
            <a:off x="2408810" y="1276247"/>
            <a:ext cx="7871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CHALLENGES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911E8-05C6-9BCA-27DC-BF4666528AD3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91ACC8-8A85-6BEF-700B-C7BA832ED5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40" y="1904705"/>
            <a:ext cx="2845324" cy="4267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54BF02-3922-FD32-B62B-9FB638A05070}"/>
              </a:ext>
            </a:extLst>
          </p:cNvPr>
          <p:cNvSpPr txBox="1"/>
          <p:nvPr/>
        </p:nvSpPr>
        <p:spPr>
          <a:xfrm>
            <a:off x="4165853" y="2476824"/>
            <a:ext cx="3849122" cy="28007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Makes it Innovative </a:t>
            </a: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LiDAR-powered, high-accuracy river mapping.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Fusion of crowdsourced reports, IoT sensor data, and LiDAR.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3D maps and AR-based field navigation.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AI-driven flood prediction and pollution hotspot detection.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Single integrated platform for reporting, mapping, alerts, and simulations.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52E344-FB27-DC15-A4A8-C56FF41CC7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594" y="1790136"/>
            <a:ext cx="2915429" cy="437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0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6AC5-D6C5-DD9E-7D7A-F3959E64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989E0AE4-F34E-3004-8FDE-86DD76E998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2321" y="1453433"/>
            <a:ext cx="4703975" cy="4561869"/>
          </a:xfrm>
          <a:prstGeom prst="rect">
            <a:avLst/>
          </a:prstGeom>
        </p:spPr>
      </p:pic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1BA159CB-9405-DA83-ADA5-1C3968FCD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E600323D-486A-D379-560C-734AFAE4F68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9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B42C0-2D5F-7A0B-FBC9-DB0C557B134B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E2B6DBC4-D4CB-578C-349B-5CDBA81EA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22F12A04-0262-8AD9-8963-ADEEE9DDE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715DB5-5154-81B2-A8CF-B9522077B434}"/>
              </a:ext>
            </a:extLst>
          </p:cNvPr>
          <p:cNvSpPr txBox="1"/>
          <p:nvPr/>
        </p:nvSpPr>
        <p:spPr>
          <a:xfrm>
            <a:off x="1946965" y="1240586"/>
            <a:ext cx="7700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</a:t>
            </a:r>
          </a:p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(What will be delivered?)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3F9DD-C65D-C088-4C98-1C36B4FA6DB2}"/>
              </a:ext>
            </a:extLst>
          </p:cNvPr>
          <p:cNvSpPr txBox="1"/>
          <p:nvPr/>
        </p:nvSpPr>
        <p:spPr>
          <a:xfrm>
            <a:off x="510971" y="2131407"/>
            <a:ext cx="60970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Output:</a:t>
            </a:r>
            <a:endParaRPr lang="en-IN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Working prototype including mobile app, web dashboard, and LiDAR-powered 3D river map.</a:t>
            </a:r>
          </a:p>
          <a:p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Integrated features: crowdsourced reporting, real-time alerts, flood simulation, and pollution hotspot mapping.</a:t>
            </a:r>
          </a:p>
          <a:p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Demonstration:</a:t>
            </a:r>
            <a:endParaRPr lang="en-IN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Live walkthrough of app reporting &amp; alert system.</a:t>
            </a:r>
          </a:p>
          <a:p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3D LiDAR terrain view showing risk zones.</a:t>
            </a:r>
          </a:p>
          <a:p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of flood scenario with impact analytics.</a:t>
            </a:r>
          </a:p>
          <a:p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Scalability:</a:t>
            </a:r>
            <a:endParaRPr lang="en-IN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Extend to multiple rivers and larger basins using cloud-based processing and scalable map tile servers.</a:t>
            </a:r>
          </a:p>
          <a:p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Handle high-computation tasks via distributed cloud processing.</a:t>
            </a:r>
          </a:p>
          <a:p>
            <a:r>
              <a:rPr lang="en-I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Scope:</a:t>
            </a:r>
            <a:endParaRPr lang="en-IN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Drone-based LiDAR surveys for real-time morphology updates.</a:t>
            </a:r>
          </a:p>
          <a:p>
            <a:r>
              <a:rPr lang="en-IN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for biodiversity and habitat monitoring.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6359E1-F13D-D6E0-128B-6AC93F09F420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69F67-8931-D471-A030-6ECA6836EDE0}"/>
              </a:ext>
            </a:extLst>
          </p:cNvPr>
          <p:cNvSpPr txBox="1"/>
          <p:nvPr/>
        </p:nvSpPr>
        <p:spPr>
          <a:xfrm>
            <a:off x="9465296" y="5983320"/>
            <a:ext cx="173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905507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D77C-438E-77AF-E1F4-3F9F6D85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752131C4-A666-ACED-1AD8-470A1FD6D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D1E3D17B-A391-3313-05DD-7C827E67B88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10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6DAD7-4410-D2A1-A330-E27162969D94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E906D470-28C5-729A-04B3-41E3EA666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01CADF8C-40AC-6EBE-396C-2678DFED4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A77E26-CAFA-AFB1-A7A3-3B91025F7FAF}"/>
              </a:ext>
            </a:extLst>
          </p:cNvPr>
          <p:cNvSpPr txBox="1"/>
          <p:nvPr/>
        </p:nvSpPr>
        <p:spPr>
          <a:xfrm>
            <a:off x="1747284" y="1242332"/>
            <a:ext cx="8463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INFO &amp; DECLARATION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F8B29-C1F5-E150-3DCE-0CE8B9A5060C}"/>
              </a:ext>
            </a:extLst>
          </p:cNvPr>
          <p:cNvSpPr txBox="1"/>
          <p:nvPr/>
        </p:nvSpPr>
        <p:spPr>
          <a:xfrm>
            <a:off x="559857" y="1872979"/>
            <a:ext cx="5698282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u="sng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https://www.worldbank.org/en/topic/waterresourcesmanagement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https://www.researchgate.net/publication/277327554_Introduction_to_Disaster_Management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https://play.google.com/store/apps/details?id=disasterAlert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u="sng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YOUTUBE LINK: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https://youtu.be/wWdfJDjzVu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u="sng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en-US" sz="1400" b="1" u="sng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Link:   </a:t>
            </a:r>
            <a:r>
              <a:rPr lang="en-US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https://github.com/Yashgupta683/Jalaj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“We declare this idea is original and created by our team.”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1C416-8B0F-CD4B-8A3D-D7FBAA99E351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74C6199C-7014-82AB-46AC-86A5D1C1DE78}"/>
              </a:ext>
            </a:extLst>
          </p:cNvPr>
          <p:cNvGrpSpPr/>
          <p:nvPr/>
        </p:nvGrpSpPr>
        <p:grpSpPr>
          <a:xfrm>
            <a:off x="6519816" y="1665020"/>
            <a:ext cx="5248368" cy="2463136"/>
            <a:chOff x="647700" y="1047750"/>
            <a:chExt cx="5734050" cy="2743200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94F376BD-2F70-0354-BD84-BB1463AD888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7700" y="1085850"/>
              <a:ext cx="1647825" cy="2705100"/>
            </a:xfrm>
            <a:prstGeom prst="rect">
              <a:avLst/>
            </a:prstGeom>
          </p:spPr>
        </p:pic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D159EE3A-F885-91E6-464E-158C1833997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72025" y="1047750"/>
              <a:ext cx="1609725" cy="2695575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1688CDB5-EFFC-307F-E932-4B3539F448A1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19325" y="1085850"/>
              <a:ext cx="2743200" cy="2295525"/>
            </a:xfrm>
            <a:prstGeom prst="rect">
              <a:avLst/>
            </a:prstGeom>
          </p:spPr>
        </p:pic>
      </p:grpSp>
      <p:pic>
        <p:nvPicPr>
          <p:cNvPr id="12" name="object 3">
            <a:extLst>
              <a:ext uri="{FF2B5EF4-FFF2-40B4-BE49-F238E27FC236}">
                <a16:creationId xmlns:a16="http://schemas.microsoft.com/office/drawing/2014/main" id="{39006281-E661-AEBC-9188-7BED0CCACA8D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24876" y="3760396"/>
            <a:ext cx="1508252" cy="248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23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9946-ED15-4C9C-7E5A-03ADA6D0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88459782-1AC1-C2A7-B488-1425FE65A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DB98DC56-A582-9F5E-6AC9-5D7E301C0B4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11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AF63F-2718-1C0A-0FD3-087A76FE925E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3F2446A7-90C8-DBC8-772A-9611B7FA6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C73A90C6-2928-F5AA-524F-892CAA305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CF3670-623D-FC02-81DC-CB69ABB30785}"/>
              </a:ext>
            </a:extLst>
          </p:cNvPr>
          <p:cNvSpPr txBox="1"/>
          <p:nvPr/>
        </p:nvSpPr>
        <p:spPr>
          <a:xfrm>
            <a:off x="2985306" y="1422231"/>
            <a:ext cx="6671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4111A-C983-99A2-D829-8388425A607A}"/>
              </a:ext>
            </a:extLst>
          </p:cNvPr>
          <p:cNvSpPr txBox="1"/>
          <p:nvPr/>
        </p:nvSpPr>
        <p:spPr>
          <a:xfrm>
            <a:off x="874870" y="2071699"/>
            <a:ext cx="975216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Prepare your idea submission in the form of a presentation (maximum 12 slides) following the structure provided in this template. 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Upload the final file as a PDF or PPT (max size: 10 MB).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Filename format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: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TeamName_Theme.pdf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Ensure originality, clarity, and relevance to the hackathon theme. Avoid too much of text material. Use points/infographics to explain the concept.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Please ensure that your team has submitted ONLY ONE idea under a THEME. 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SAME idea cannot be submitted across different THEMES.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 team can submit only one idea under a theme. However, the team can submit other idea under different themes.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Prepare the ppt with Font size of 14 (Times new Roman).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75BA7-679A-7495-C6A0-A6C12591E7A9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</p:spTree>
    <p:extLst>
      <p:ext uri="{BB962C8B-B14F-4D97-AF65-F5344CB8AC3E}">
        <p14:creationId xmlns:p14="http://schemas.microsoft.com/office/powerpoint/2010/main" val="306324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Sofia Singh</dc:creator>
  <cp:revision>1</cp:revision>
  <dcterms:created xsi:type="dcterms:W3CDTF">2025-06-12T04:03:04Z</dcterms:created>
  <dcterms:modified xsi:type="dcterms:W3CDTF">2025-08-15T10:19:03Z</dcterms:modified>
</cp:coreProperties>
</file>